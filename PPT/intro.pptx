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8"/>
  </p:notesMasterIdLst>
  <p:sldIdLst>
    <p:sldId id="256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 /><Relationship Id="rId10" Type="http://schemas.openxmlformats.org/officeDocument/2006/relationships/tableStyles" Target="tableStyles.xml" /><Relationship Id="rId1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72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0832123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85571006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4563259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7725398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02293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BF736E-39FF-40BD-B54A-3BDBE349A8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87D6B4-E3A7-061E-65A6-252B8CED9D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E574E9-C70B-48E5-1C36-64C7B14FD2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77BAF7-A64E-3785-6C39-71AE86A80DD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7839108" name="Group 24"/>
          <p:cNvGrpSpPr/>
          <p:nvPr/>
        </p:nvGrpSpPr>
        <p:grpSpPr bwMode="auto">
          <a:xfrm>
            <a:off x="270933" y="0"/>
            <a:ext cx="5037666" cy="6858000"/>
            <a:chOff x="270933" y="0"/>
            <a:chExt cx="5037666" cy="6858000"/>
          </a:xfrm>
        </p:grpSpPr>
        <p:sp>
          <p:nvSpPr>
            <p:cNvPr id="958759062" name="Freeform 6"/>
            <p:cNvSpPr/>
            <p:nvPr/>
          </p:nvSpPr>
          <p:spPr bwMode="auto">
            <a:xfrm>
              <a:off x="855133" y="0"/>
              <a:ext cx="1820333" cy="3971925"/>
            </a:xfrm>
            <a:custGeom>
              <a:avLst/>
              <a:gdLst/>
              <a:ahLst/>
              <a:cxnLst/>
              <a:rect l="0" t="0" r="r" b="b"/>
              <a:pathLst>
                <a:path w="860" h="2502" fill="norm" stroke="1" extrusionOk="0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24439589" name="Freeform 7"/>
            <p:cNvSpPr/>
            <p:nvPr/>
          </p:nvSpPr>
          <p:spPr bwMode="auto">
            <a:xfrm>
              <a:off x="270933" y="0"/>
              <a:ext cx="1782233" cy="3862387"/>
            </a:xfrm>
            <a:custGeom>
              <a:avLst/>
              <a:gdLst/>
              <a:ahLst/>
              <a:cxnLst/>
              <a:rect l="0" t="0" r="r" b="b"/>
              <a:pathLst>
                <a:path w="842" h="2433" fill="norm" stroke="1" extrusionOk="0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259767062" name="Freeform 8"/>
            <p:cNvSpPr/>
            <p:nvPr/>
          </p:nvSpPr>
          <p:spPr bwMode="auto">
            <a:xfrm>
              <a:off x="277283" y="3776662"/>
              <a:ext cx="2582333" cy="3081337"/>
            </a:xfrm>
            <a:custGeom>
              <a:avLst/>
              <a:gdLst/>
              <a:ahLst/>
              <a:cxnLst/>
              <a:rect l="0" t="0" r="r" b="b"/>
              <a:pathLst>
                <a:path w="1220" h="1941" fill="norm" stroke="1" extrusionOk="0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023768917" name="Freeform 9"/>
            <p:cNvSpPr/>
            <p:nvPr/>
          </p:nvSpPr>
          <p:spPr bwMode="auto">
            <a:xfrm>
              <a:off x="861483" y="3886200"/>
              <a:ext cx="3164417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 fill="norm" stroke="1" extrusionOk="0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529949239" name="Freeform 10"/>
            <p:cNvSpPr/>
            <p:nvPr/>
          </p:nvSpPr>
          <p:spPr bwMode="auto">
            <a:xfrm>
              <a:off x="855133" y="3881436"/>
              <a:ext cx="4453466" cy="2976562"/>
            </a:xfrm>
            <a:custGeom>
              <a:avLst/>
              <a:gdLst/>
              <a:ahLst/>
              <a:cxnLst/>
              <a:rect l="0" t="0" r="r" b="b"/>
              <a:pathLst>
                <a:path w="2104" h="1875" fill="norm" stroke="1" extrusionOk="0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844615153" name="Freeform 11"/>
            <p:cNvSpPr/>
            <p:nvPr/>
          </p:nvSpPr>
          <p:spPr bwMode="auto">
            <a:xfrm>
              <a:off x="270933" y="3771900"/>
              <a:ext cx="3547533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 fill="norm" stroke="1" extrusionOk="0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423539292" name="Title 1"/>
          <p:cNvSpPr>
            <a:spLocks noGrp="1"/>
          </p:cNvSpPr>
          <p:nvPr>
            <p:ph type="ctrTitle"/>
          </p:nvPr>
        </p:nvSpPr>
        <p:spPr bwMode="auto">
          <a:xfrm>
            <a:off x="2319563" y="914400"/>
            <a:ext cx="9262836" cy="3488265"/>
          </a:xfrm>
        </p:spPr>
        <p:txBody>
          <a:bodyPr anchor="b">
            <a:norm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51706980" name="Subtitle 2"/>
          <p:cNvSpPr>
            <a:spLocks noGrp="1"/>
          </p:cNvSpPr>
          <p:nvPr>
            <p:ph type="subTitle" idx="1"/>
          </p:nvPr>
        </p:nvSpPr>
        <p:spPr bwMode="auto">
          <a:xfrm>
            <a:off x="3898983" y="4402665"/>
            <a:ext cx="7683417" cy="136453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80869316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9767697" y="6117336"/>
            <a:ext cx="1143297" cy="365124"/>
          </a:xfrm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596546457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831643" y="6117336"/>
            <a:ext cx="4812583" cy="365124"/>
          </a:xfrm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273398798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033759" y="6117336"/>
            <a:ext cx="548640" cy="365124"/>
          </a:xfrm>
        </p:spPr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C50868EA-2A94-DAD8-1152-7B7AFDC5DF24}" type="slidenum">
              <a:rPr lang="en-US"/>
              <a:t>1</a:t>
            </a:fld>
            <a:endParaRPr lang="en-US"/>
          </a:p>
        </p:txBody>
      </p:sp>
      <p:sp>
        <p:nvSpPr>
          <p:cNvPr id="103959239" name="Freeform 12"/>
          <p:cNvSpPr/>
          <p:nvPr/>
        </p:nvSpPr>
        <p:spPr bwMode="auto">
          <a:xfrm>
            <a:off x="270933" y="3771900"/>
            <a:ext cx="482599" cy="90487"/>
          </a:xfrm>
          <a:custGeom>
            <a:avLst/>
            <a:gdLst/>
            <a:ahLst/>
            <a:cxnLst/>
            <a:rect l="0" t="0" r="r" b="b"/>
            <a:pathLst>
              <a:path w="228" h="57" fill="norm" stroke="1" extrusionOk="0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</p:spPr>
      </p:sp>
      <p:sp>
        <p:nvSpPr>
          <p:cNvPr id="984402331" name="Freeform 13"/>
          <p:cNvSpPr/>
          <p:nvPr/>
        </p:nvSpPr>
        <p:spPr bwMode="auto">
          <a:xfrm>
            <a:off x="747183" y="3867149"/>
            <a:ext cx="82550" cy="80962"/>
          </a:xfrm>
          <a:custGeom>
            <a:avLst/>
            <a:gdLst/>
            <a:ahLst/>
            <a:cxnLst/>
            <a:rect l="0" t="0" r="r" b="b"/>
            <a:pathLst>
              <a:path w="39" h="51" fill="norm" stroke="1" extrusionOk="0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428655" name="Title 1"/>
          <p:cNvSpPr>
            <a:spLocks noGrp="1"/>
          </p:cNvSpPr>
          <p:nvPr>
            <p:ph type="title"/>
          </p:nvPr>
        </p:nvSpPr>
        <p:spPr bwMode="auto">
          <a:xfrm>
            <a:off x="1309510" y="457200"/>
            <a:ext cx="10272889" cy="1981199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23491980" name="Content Placeholder 2"/>
          <p:cNvSpPr>
            <a:spLocks noGrp="1"/>
          </p:cNvSpPr>
          <p:nvPr>
            <p:ph idx="1"/>
          </p:nvPr>
        </p:nvSpPr>
        <p:spPr bwMode="auto">
          <a:xfrm>
            <a:off x="1309510" y="2666999"/>
            <a:ext cx="10272889" cy="3332815"/>
          </a:xfrm>
        </p:spPr>
        <p:txBody>
          <a:bodyPr anchor="ctr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27989163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9792438" y="6108172"/>
            <a:ext cx="1143297" cy="365124"/>
          </a:xfrm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89886185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2630196" y="6108172"/>
            <a:ext cx="7086022" cy="365124"/>
          </a:xfrm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947773062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011955" y="6108172"/>
            <a:ext cx="570443" cy="36512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40B346E5-DA07-1570-5388-552FD0AFB2FB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804924" name="Title 1"/>
          <p:cNvSpPr>
            <a:spLocks noGrp="1"/>
          </p:cNvSpPr>
          <p:nvPr>
            <p:ph type="title"/>
          </p:nvPr>
        </p:nvSpPr>
        <p:spPr bwMode="auto">
          <a:xfrm>
            <a:off x="2649326" y="2666997"/>
            <a:ext cx="8933073" cy="2360070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691806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649330" y="5027069"/>
            <a:ext cx="8933069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02405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2555504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884163105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031089" y="6116069"/>
            <a:ext cx="551310" cy="36512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D1004AD-0440-191D-9DE0-2F561423972F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497303" name="Title 1"/>
          <p:cNvSpPr>
            <a:spLocks noGrp="1"/>
          </p:cNvSpPr>
          <p:nvPr>
            <p:ph type="title"/>
          </p:nvPr>
        </p:nvSpPr>
        <p:spPr bwMode="auto">
          <a:xfrm>
            <a:off x="1309510" y="685800"/>
            <a:ext cx="10272889" cy="1752598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73649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309510" y="2666999"/>
            <a:ext cx="4986527" cy="33686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8434859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595871" y="2666999"/>
            <a:ext cx="4986527" cy="334682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8492398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7673744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31261203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12D9A4F-B21F-9A21-AC99-E33050C928D9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3378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7449121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772641" y="2658532"/>
            <a:ext cx="4608387" cy="57626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0930373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484697" y="3335335"/>
            <a:ext cx="4896330" cy="2665258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3435963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82279" y="2666999"/>
            <a:ext cx="4623741" cy="576261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5781855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609687" y="3335335"/>
            <a:ext cx="4896330" cy="2665258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532665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79804913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46609671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624AB073-0946-226E-BC06-894DC8AAFE94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3034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4679235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211165797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59178570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F991CAEE-F250-E95F-A571-1DC9EFE9A100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86221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13877124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2002725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FCBE2AB9-7519-4D58-175A-DF752FAF7E1B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011923" name="Title 1"/>
          <p:cNvSpPr>
            <a:spLocks noGrp="1"/>
          </p:cNvSpPr>
          <p:nvPr>
            <p:ph type="title"/>
          </p:nvPr>
        </p:nvSpPr>
        <p:spPr bwMode="auto">
          <a:xfrm>
            <a:off x="1484698" y="1600200"/>
            <a:ext cx="3550043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78876722" name="Content Placeholder 2"/>
          <p:cNvSpPr>
            <a:spLocks noGrp="1"/>
          </p:cNvSpPr>
          <p:nvPr>
            <p:ph idx="1"/>
          </p:nvPr>
        </p:nvSpPr>
        <p:spPr bwMode="auto">
          <a:xfrm>
            <a:off x="5263403" y="685800"/>
            <a:ext cx="6242616" cy="51054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0095487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484698" y="2971800"/>
            <a:ext cx="3550043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89785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0416896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39029223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654EBEC4-021B-5A01-B757-0482D85148F8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19915" name="Title 1"/>
          <p:cNvSpPr>
            <a:spLocks noGrp="1"/>
          </p:cNvSpPr>
          <p:nvPr>
            <p:ph type="title"/>
          </p:nvPr>
        </p:nvSpPr>
        <p:spPr bwMode="auto">
          <a:xfrm>
            <a:off x="1483109" y="1752598"/>
            <a:ext cx="5427571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22782664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7596659" y="914400"/>
            <a:ext cx="3281827" cy="4572000"/>
          </a:xfrm>
          <a:prstGeom prst="roundRect">
            <a:avLst>
              <a:gd name="adj" fmla="val 4280"/>
            </a:avLst>
          </a:prstGeom>
          <a:ln w="38100">
            <a:gradFill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3327909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483109" y="3124198"/>
            <a:ext cx="542757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6179673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4036214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8489597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6BDC1892-1C40-6A15-6ABC-953A83E142EC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Panoramic 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241067" name="Title 1"/>
          <p:cNvSpPr>
            <a:spLocks noGrp="1"/>
          </p:cNvSpPr>
          <p:nvPr>
            <p:ph type="title"/>
          </p:nvPr>
        </p:nvSpPr>
        <p:spPr bwMode="auto">
          <a:xfrm>
            <a:off x="1484697" y="4732864"/>
            <a:ext cx="10021321" cy="566737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4032047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2386633" y="932112"/>
            <a:ext cx="8228086" cy="3164976"/>
          </a:xfrm>
          <a:prstGeom prst="roundRect">
            <a:avLst>
              <a:gd name="adj" fmla="val 4380"/>
            </a:avLst>
          </a:prstGeom>
          <a:ln w="38100">
            <a:gradFill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47635168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484697" y="5299601"/>
            <a:ext cx="10021321" cy="49371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8583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7110265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570075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EE0D524B-4B8A-78BC-5723-58F4657045BB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and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160066" name="Title 1"/>
          <p:cNvSpPr>
            <a:spLocks noGrp="1"/>
          </p:cNvSpPr>
          <p:nvPr>
            <p:ph type="title"/>
          </p:nvPr>
        </p:nvSpPr>
        <p:spPr bwMode="auto">
          <a:xfrm>
            <a:off x="1484698" y="685800"/>
            <a:ext cx="10021321" cy="3047999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924973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484698" y="4343400"/>
            <a:ext cx="10021322" cy="1447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749889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28623211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3574731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23BC8DA5-1474-04E3-2587-73CE7472ED66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Quot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168368" name="TextBox 13"/>
          <p:cNvSpPr txBox="1"/>
          <p:nvPr/>
        </p:nvSpPr>
        <p:spPr bwMode="auto">
          <a:xfrm>
            <a:off x="1292561" y="863022"/>
            <a:ext cx="609758" cy="5847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80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951829683" name="TextBox 14"/>
          <p:cNvSpPr txBox="1"/>
          <p:nvPr/>
        </p:nvSpPr>
        <p:spPr bwMode="auto">
          <a:xfrm>
            <a:off x="10896262" y="2819398"/>
            <a:ext cx="609758" cy="5847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”</a:t>
            </a:r>
            <a:endParaRPr/>
          </a:p>
        </p:txBody>
      </p:sp>
      <p:sp>
        <p:nvSpPr>
          <p:cNvPr id="1154973982" name="Title 1"/>
          <p:cNvSpPr>
            <a:spLocks noGrp="1"/>
          </p:cNvSpPr>
          <p:nvPr>
            <p:ph type="title"/>
          </p:nvPr>
        </p:nvSpPr>
        <p:spPr bwMode="auto">
          <a:xfrm>
            <a:off x="1902321" y="685800"/>
            <a:ext cx="9298819" cy="274319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6325138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2130979" y="3428998"/>
            <a:ext cx="8841503" cy="380999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749281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484697" y="4343400"/>
            <a:ext cx="10021321" cy="1447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456232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9912027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1622424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5A2E56C-7ABD-0993-C271-F01E1B14B077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Name C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20234" name="Title 1"/>
          <p:cNvSpPr>
            <a:spLocks noGrp="1"/>
          </p:cNvSpPr>
          <p:nvPr>
            <p:ph type="title"/>
          </p:nvPr>
        </p:nvSpPr>
        <p:spPr bwMode="auto">
          <a:xfrm>
            <a:off x="1484699" y="3308580"/>
            <a:ext cx="10021318" cy="1468799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8931619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484698" y="4777380"/>
            <a:ext cx="1002132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5529201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4204427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4758973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AEF7C024-6FDD-006F-701E-8A641AAA5D2E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Quote Name C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625822" name="TextBox 13"/>
          <p:cNvSpPr txBox="1"/>
          <p:nvPr/>
        </p:nvSpPr>
        <p:spPr bwMode="auto">
          <a:xfrm>
            <a:off x="1292561" y="863022"/>
            <a:ext cx="609758" cy="5847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80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363225832" name="TextBox 14"/>
          <p:cNvSpPr txBox="1"/>
          <p:nvPr/>
        </p:nvSpPr>
        <p:spPr bwMode="auto">
          <a:xfrm>
            <a:off x="10896262" y="2819398"/>
            <a:ext cx="609758" cy="5847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”</a:t>
            </a:r>
            <a:endParaRPr/>
          </a:p>
        </p:txBody>
      </p:sp>
      <p:sp>
        <p:nvSpPr>
          <p:cNvPr id="359774693" name="Title 1"/>
          <p:cNvSpPr>
            <a:spLocks noGrp="1"/>
          </p:cNvSpPr>
          <p:nvPr>
            <p:ph type="title"/>
          </p:nvPr>
        </p:nvSpPr>
        <p:spPr bwMode="auto">
          <a:xfrm>
            <a:off x="1902321" y="685800"/>
            <a:ext cx="9298819" cy="274319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55303570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1484699" y="3886200"/>
            <a:ext cx="10021320" cy="888999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>
                <a:ln w="3175" cmpd="sng">
                  <a:noFill/>
                </a:ln>
                <a:solidFill>
                  <a:schemeClr val="tx1"/>
                </a:solidFill>
              </a:defRPr>
            </a:lvl1pPr>
          </a:lstStyle>
          <a:p>
            <a:pPr marL="0" lvl="0">
              <a:spcBef>
                <a:spcPts val="0"/>
              </a:spcBef>
              <a:buNone/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0041544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484698" y="4775199"/>
            <a:ext cx="10021320" cy="1015999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555015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95760491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12649227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594CED88-665F-4909-D220-2E1EAE5715F5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rue or Fals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6595293" name="Title 1"/>
          <p:cNvSpPr>
            <a:spLocks noGrp="1"/>
          </p:cNvSpPr>
          <p:nvPr>
            <p:ph type="title"/>
          </p:nvPr>
        </p:nvSpPr>
        <p:spPr bwMode="auto">
          <a:xfrm>
            <a:off x="1484699" y="685800"/>
            <a:ext cx="10021321" cy="272732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/>
            </a:lvl1pPr>
          </a:lstStyle>
          <a:p>
            <a:pPr marL="0" lvl="0"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3126306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1484698" y="3505198"/>
            <a:ext cx="10021322" cy="83819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>
                <a:ln w="3175" cmpd="sng">
                  <a:noFill/>
                </a:ln>
                <a:solidFill>
                  <a:schemeClr val="tx1"/>
                </a:solidFill>
              </a:defRPr>
            </a:lvl1pPr>
          </a:lstStyle>
          <a:p>
            <a:pPr marL="0" lvl="0">
              <a:spcBef>
                <a:spcPts val="0"/>
              </a:spcBef>
              <a:buNone/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9042572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484698" y="4343400"/>
            <a:ext cx="10021322" cy="1447799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309590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9122809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7917968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9BF1B638-B7AA-072F-16F2-847CC4F8F7AF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78250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ctr"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1224629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 anchor="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208300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6702976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37789550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FC415180-611B-18D5-71E9-1F140013F943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19242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9735190" y="685800"/>
            <a:ext cx="1770829" cy="5105399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1745864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1484698" y="685800"/>
            <a:ext cx="8021830" cy="5105399"/>
          </a:xfrm>
        </p:spPr>
        <p:txBody>
          <a:bodyPr vert="eaVert" anchor="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666038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217695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207917002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82AFF984-F82B-10F1-88A4-888E46A9CD89}" type="slidenum">
              <a:rPr lang="en-US"/>
              <a:t>&lt;#&gt;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3">
        <a:schemeClr val="bg2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89553310" name="Group 13"/>
          <p:cNvGrpSpPr/>
          <p:nvPr/>
        </p:nvGrpSpPr>
        <p:grpSpPr bwMode="auto">
          <a:xfrm>
            <a:off x="0" y="0"/>
            <a:ext cx="2842683" cy="6858000"/>
            <a:chOff x="0" y="0"/>
            <a:chExt cx="2842683" cy="6858000"/>
          </a:xfrm>
        </p:grpSpPr>
        <p:sp>
          <p:nvSpPr>
            <p:cNvPr id="1204826396" name="Freeform 6"/>
            <p:cNvSpPr/>
            <p:nvPr/>
          </p:nvSpPr>
          <p:spPr bwMode="auto">
            <a:xfrm>
              <a:off x="0" y="0"/>
              <a:ext cx="1430866" cy="5291137"/>
            </a:xfrm>
            <a:custGeom>
              <a:avLst/>
              <a:gdLst/>
              <a:ahLst/>
              <a:cxnLst/>
              <a:rect l="0" t="0" r="r" b="b"/>
              <a:pathLst>
                <a:path w="676" h="3333" fill="norm" stroke="1" extrusionOk="0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611451764" name="Freeform 7"/>
            <p:cNvSpPr/>
            <p:nvPr/>
          </p:nvSpPr>
          <p:spPr bwMode="auto">
            <a:xfrm>
              <a:off x="0" y="0"/>
              <a:ext cx="1011766" cy="4624387"/>
            </a:xfrm>
            <a:custGeom>
              <a:avLst/>
              <a:gdLst/>
              <a:ahLst/>
              <a:cxnLst/>
              <a:rect l="0" t="0" r="r" b="b"/>
              <a:pathLst>
                <a:path w="478" h="2913" fill="norm" stroke="1" extrusionOk="0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918038488" name="Freeform 8"/>
            <p:cNvSpPr/>
            <p:nvPr/>
          </p:nvSpPr>
          <p:spPr bwMode="auto">
            <a:xfrm>
              <a:off x="0" y="5662612"/>
              <a:ext cx="1208617" cy="1195387"/>
            </a:xfrm>
            <a:custGeom>
              <a:avLst/>
              <a:gdLst/>
              <a:ahLst/>
              <a:cxnLst/>
              <a:rect l="0" t="0" r="r" b="b"/>
              <a:pathLst>
                <a:path w="571" h="753" fill="norm" stroke="1" extrusionOk="0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02883505" name="Freeform 9"/>
            <p:cNvSpPr/>
            <p:nvPr/>
          </p:nvSpPr>
          <p:spPr bwMode="auto">
            <a:xfrm>
              <a:off x="0" y="5295898"/>
              <a:ext cx="1983317" cy="1562099"/>
            </a:xfrm>
            <a:custGeom>
              <a:avLst/>
              <a:gdLst/>
              <a:ahLst/>
              <a:cxnLst/>
              <a:rect l="0" t="0" r="r" b="b"/>
              <a:pathLst>
                <a:path w="937" h="984" fill="norm" stroke="1" extrusionOk="0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115250907" name="Freeform 10"/>
            <p:cNvSpPr/>
            <p:nvPr/>
          </p:nvSpPr>
          <p:spPr bwMode="auto">
            <a:xfrm>
              <a:off x="0" y="5257800"/>
              <a:ext cx="284268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 fill="norm" stroke="1" extrusionOk="0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980336894" name="Freeform 11"/>
            <p:cNvSpPr/>
            <p:nvPr/>
          </p:nvSpPr>
          <p:spPr bwMode="auto">
            <a:xfrm>
              <a:off x="0" y="5357812"/>
              <a:ext cx="1837266" cy="1500187"/>
            </a:xfrm>
            <a:custGeom>
              <a:avLst/>
              <a:gdLst/>
              <a:ahLst/>
              <a:cxnLst/>
              <a:rect l="0" t="0" r="r" b="b"/>
              <a:pathLst>
                <a:path w="868" h="945" fill="norm" stroke="1" extrusionOk="0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1453930543" name="Title Placeholder 1"/>
          <p:cNvSpPr>
            <a:spLocks noGrp="1"/>
          </p:cNvSpPr>
          <p:nvPr>
            <p:ph type="title"/>
          </p:nvPr>
        </p:nvSpPr>
        <p:spPr bwMode="auto">
          <a:xfrm>
            <a:off x="1309510" y="457200"/>
            <a:ext cx="10272889" cy="19811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221876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09511" y="2666999"/>
            <a:ext cx="10272888" cy="33569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8664130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9811571" y="6116069"/>
            <a:ext cx="1143297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168663856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2649329" y="6116069"/>
            <a:ext cx="7086022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58248928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031089" y="6116069"/>
            <a:ext cx="55131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533305A-775B-686B-4518-CA5D596BDE40}" type="slidenum">
              <a:rPr lang="en-US"/>
              <a:t>6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dt="0" ftr="0" hdr="0" sldNum="1"/>
  <p:txStyles>
    <p:titleStyle>
      <a:lvl1pPr algn="ctr" defTabSz="457200" rtl="0">
        <a:spcBef>
          <a:spcPts val="0"/>
        </a:spcBef>
        <a:buNone/>
        <a:defRPr sz="4000" cap="none">
          <a:ln w="3175" cmpd="sng">
            <a:noFill/>
          </a:ln>
          <a:solidFill>
            <a:schemeClr val="tx1"/>
          </a:solidFill>
          <a:latin typeface="+mj-lt"/>
          <a:ea typeface="+mj-ea"/>
          <a:cs typeface="+mj-cs"/>
        </a:defRPr>
      </a:lvl1pPr>
      <a:lvl2pPr>
        <a:defRPr>
          <a:solidFill>
            <a:schemeClr val="tx2"/>
          </a:solidFill>
        </a:defRPr>
      </a:lvl2pPr>
      <a:lvl3pPr>
        <a:defRPr>
          <a:solidFill>
            <a:schemeClr val="tx2"/>
          </a:solidFill>
        </a:defRPr>
      </a:lvl3pPr>
      <a:lvl4pPr>
        <a:defRPr>
          <a:solidFill>
            <a:schemeClr val="tx2"/>
          </a:solidFill>
        </a:defRPr>
      </a:lvl4pPr>
      <a:lvl5pPr>
        <a:defRPr>
          <a:solidFill>
            <a:schemeClr val="tx2"/>
          </a:solidFill>
        </a:defRPr>
      </a:lvl5pPr>
      <a:lvl6pPr>
        <a:defRPr>
          <a:solidFill>
            <a:schemeClr val="tx2"/>
          </a:solidFill>
        </a:defRPr>
      </a:lvl6pPr>
      <a:lvl7pPr>
        <a:defRPr>
          <a:solidFill>
            <a:schemeClr val="tx2"/>
          </a:solidFill>
        </a:defRPr>
      </a:lvl7pPr>
      <a:lvl8pPr>
        <a:defRPr>
          <a:solidFill>
            <a:schemeClr val="tx2"/>
          </a:solidFill>
        </a:defRPr>
      </a:lvl8pPr>
      <a:lvl9pPr>
        <a:defRPr>
          <a:solidFill>
            <a:schemeClr val="tx2"/>
          </a:solidFill>
        </a:defRPr>
      </a:lvl9pPr>
    </p:titleStyle>
    <p:bodyStyle>
      <a:lvl1pPr marL="285750" indent="-28575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cap="none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cap="none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8575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cap="none">
          <a:solidFill>
            <a:schemeClr val="tx1"/>
          </a:solidFill>
          <a:latin typeface="+mn-lt"/>
          <a:ea typeface="+mn-ea"/>
          <a:cs typeface="+mn-cs"/>
        </a:defRPr>
      </a:lvl3pPr>
      <a:lvl4pPr marL="1543050" indent="-17145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cap="none">
          <a:solidFill>
            <a:schemeClr val="tx1"/>
          </a:solidFill>
          <a:latin typeface="+mn-lt"/>
          <a:ea typeface="+mn-ea"/>
          <a:cs typeface="+mn-cs"/>
        </a:defRPr>
      </a:lvl4pPr>
      <a:lvl5pPr marL="2000250" indent="-17145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5pPr>
      <a:lvl6pPr marL="2514599" indent="-22860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spcAft>
          <a:spcPts val="599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0665701" name="Google Shape;128;p13"/>
          <p:cNvSpPr txBox="1">
            <a:spLocks noGrp="1"/>
          </p:cNvSpPr>
          <p:nvPr>
            <p:ph type="ctrTitle"/>
          </p:nvPr>
        </p:nvSpPr>
        <p:spPr bwMode="auto">
          <a:xfrm flipH="0" flipV="0">
            <a:off x="2375658" y="322316"/>
            <a:ext cx="7537599" cy="142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45699" rIns="91424" bIns="45699" anchor="b" anchorCtr="0">
            <a:noAutofit/>
          </a:bodyPr>
          <a:lstStyle/>
          <a:p>
            <a:pPr algn="ctr">
              <a:defRPr/>
            </a:pPr>
            <a:r>
              <a:rPr sz="2600" b="1">
                <a:latin typeface="Times New Roman"/>
                <a:ea typeface="Times New Roman"/>
                <a:cs typeface="Times New Roman"/>
              </a:rPr>
              <a:t>Deep Learning-Based Detection of Referable Diabetic Retinopathy and Macular Edema Using Ultra-Widefield Fundus Imaging</a:t>
            </a:r>
            <a:endParaRPr/>
          </a:p>
        </p:txBody>
      </p:sp>
      <p:sp>
        <p:nvSpPr>
          <p:cNvPr id="2039238933" name="Google Shape;129;p13"/>
          <p:cNvSpPr txBox="1">
            <a:spLocks noGrp="1"/>
          </p:cNvSpPr>
          <p:nvPr>
            <p:ph type="subTitle" idx="1"/>
          </p:nvPr>
        </p:nvSpPr>
        <p:spPr bwMode="auto">
          <a:xfrm>
            <a:off x="1583499" y="2671149"/>
            <a:ext cx="9217199" cy="3312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45699" rIns="91424" bIns="45699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2040"/>
              <a:buNone/>
              <a:defRPr/>
            </a:pPr>
            <a:r>
              <a:rPr lang="en-US" sz="1800">
                <a:solidFill>
                  <a:srgbClr val="000000"/>
                </a:solidFill>
              </a:rPr>
              <a:t> </a:t>
            </a:r>
            <a:endParaRPr sz="180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040"/>
              <a:buNone/>
              <a:defRPr/>
            </a:pPr>
            <a:r>
              <a:rPr lang="en-US" sz="1800">
                <a:solidFill>
                  <a:srgbClr val="000000"/>
                </a:solidFill>
              </a:rPr>
              <a:t>                       </a:t>
            </a:r>
            <a:endParaRPr sz="1800"/>
          </a:p>
          <a:p>
            <a:pPr marL="0" lvl="0" indent="0" algn="ctr" rtl="0">
              <a:spcBef>
                <a:spcPts val="479"/>
              </a:spcBef>
              <a:spcAft>
                <a:spcPts val="0"/>
              </a:spcAft>
              <a:buSzPts val="2040"/>
              <a:buNone/>
              <a:defRPr/>
            </a:pPr>
            <a:endParaRPr sz="180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479"/>
              </a:spcBef>
              <a:spcAft>
                <a:spcPts val="0"/>
              </a:spcAft>
              <a:buSzPts val="2040"/>
              <a:buNone/>
              <a:defRPr/>
            </a:pPr>
            <a:endParaRPr sz="180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479"/>
              </a:spcBef>
              <a:spcAft>
                <a:spcPts val="0"/>
              </a:spcAft>
              <a:buSzPts val="2040"/>
              <a:buNone/>
              <a:defRPr/>
            </a:pPr>
            <a:endParaRPr sz="180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479"/>
              </a:spcBef>
              <a:spcAft>
                <a:spcPts val="0"/>
              </a:spcAft>
              <a:buSzPts val="2040"/>
              <a:buNone/>
              <a:defRPr/>
            </a:pPr>
            <a:r>
              <a:rPr lang="en-US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Guide: </a:t>
            </a:r>
            <a:r>
              <a:rPr sz="1600">
                <a:latin typeface="Times New Roman"/>
                <a:ea typeface="Times New Roman"/>
                <a:cs typeface="Times New Roman"/>
              </a:rPr>
              <a:t>Nishmitha K</a:t>
            </a:r>
            <a:endParaRPr sz="1600">
              <a:latin typeface="Times New Roman"/>
              <a:ea typeface="Times New Roman"/>
              <a:cs typeface="Times New Roman"/>
            </a:endParaRPr>
          </a:p>
          <a:p>
            <a:pPr marL="0" lvl="0" indent="0" algn="ctr" rtl="0">
              <a:spcBef>
                <a:spcPts val="479"/>
              </a:spcBef>
              <a:spcAft>
                <a:spcPts val="0"/>
              </a:spcAft>
              <a:buSzPts val="2040"/>
              <a:buNone/>
              <a:defRPr/>
            </a:pPr>
            <a:r>
              <a:rPr lang="en-US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Designation: Assistant Professor</a:t>
            </a:r>
            <a:endParaRPr sz="1600">
              <a:latin typeface="Times New Roman"/>
              <a:ea typeface="Times New Roman"/>
              <a:cs typeface="Times New Roman"/>
            </a:endParaRPr>
          </a:p>
          <a:p>
            <a:pPr marL="0" lvl="0" indent="0" algn="ctr" rtl="0">
              <a:spcBef>
                <a:spcPts val="479"/>
              </a:spcBef>
              <a:spcAft>
                <a:spcPts val="0"/>
              </a:spcAft>
              <a:buSzPts val="2040"/>
              <a:buNone/>
              <a:defRPr/>
            </a:pPr>
            <a:r>
              <a:rPr lang="en-US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Department of Computer Science &amp; Engineering</a:t>
            </a:r>
            <a:endParaRPr sz="1600">
              <a:latin typeface="Times New Roman"/>
              <a:ea typeface="Times New Roman"/>
              <a:cs typeface="Times New Roman"/>
            </a:endParaRPr>
          </a:p>
          <a:p>
            <a:pPr marL="0" lvl="0" indent="0" algn="ctr" rtl="0">
              <a:spcBef>
                <a:spcPts val="479"/>
              </a:spcBef>
              <a:spcAft>
                <a:spcPts val="0"/>
              </a:spcAft>
              <a:buSzPts val="2040"/>
              <a:buNone/>
              <a:defRPr/>
            </a:pPr>
            <a:r>
              <a:rPr lang="en-US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B.M.S. College of Engineering</a:t>
            </a:r>
            <a:endParaRPr sz="16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595572028" name="Google Shape;130;p13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10163433" y="476673"/>
            <a:ext cx="1135966" cy="73903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092780569" name="Google Shape;131;p13"/>
          <p:cNvGraphicFramePr>
            <a:graphicFrameLocks xmlns:a="http://schemas.openxmlformats.org/drawingml/2006/main"/>
          </p:cNvGraphicFramePr>
          <p:nvPr/>
        </p:nvGraphicFramePr>
        <p:xfrm rot="0">
          <a:off x="3464624" y="2556199"/>
          <a:ext cx="5443399" cy="1743374"/>
        </p:xfrm>
        <a:graphic>
          <a:graphicData uri="http://schemas.openxmlformats.org/drawingml/2006/table">
            <a:tbl>
              <a:tblPr firstRow="0" firstCol="0" lastRow="0" lastCol="0" bandRow="0" bandCol="0">
                <a:noFill/>
              </a:tblPr>
              <a:tblGrid>
                <a:gridCol w="2721699"/>
                <a:gridCol w="2721699"/>
              </a:tblGrid>
              <a:tr h="325775">
                <a:tc>
                  <a:txBody>
                    <a:bodyPr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600">
                          <a:latin typeface="Times New Roman"/>
                          <a:ea typeface="Times New Roman"/>
                          <a:cs typeface="Times New Roman"/>
                        </a:rPr>
                        <a:t>Rohan S M</a:t>
                      </a:r>
                      <a:endParaRPr sz="2200"/>
                    </a:p>
                    <a:p>
                      <a:pPr algn="ctr">
                        <a:defRPr/>
                      </a:pPr>
                      <a:r>
                        <a:rPr sz="1600">
                          <a:latin typeface="Times New Roman"/>
                        </a:rPr>
                        <a:t>1WN24CS232</a:t>
                      </a:r>
                      <a:endParaRPr sz="2200"/>
                    </a:p>
                    <a:p>
                      <a:pPr algn="ctr">
                        <a:defRPr/>
                      </a:pPr>
                      <a:endParaRPr sz="2200"/>
                    </a:p>
                    <a:p>
                      <a:pPr algn="ctr">
                        <a:defRPr/>
                      </a:pPr>
                      <a:r>
                        <a:rPr sz="1600">
                          <a:latin typeface="Times New Roman"/>
                        </a:rPr>
                        <a:t>Sakshi Hegde</a:t>
                      </a:r>
                      <a:endParaRPr sz="2200"/>
                    </a:p>
                    <a:p>
                      <a:pPr algn="ctr">
                        <a:defRPr/>
                      </a:pPr>
                      <a:r>
                        <a:rPr sz="1600">
                          <a:latin typeface="Times New Roman"/>
                        </a:rPr>
                        <a:t>1WN24CS241</a:t>
                      </a:r>
                      <a:endParaRPr sz="2200"/>
                    </a:p>
                  </a:txBody>
                  <a:tcPr marL="91424" marR="91424" marT="91424" marB="91424">
                    <a:lnL w="9524" algn="ctr">
                      <a:solidFill>
                        <a:srgbClr val="9E9E9E">
                          <a:alpha val="0"/>
                        </a:srgbClr>
                      </a:solidFill>
                    </a:lnL>
                    <a:lnR w="9524" algn="ctr">
                      <a:solidFill>
                        <a:srgbClr val="9E9E9E">
                          <a:alpha val="0"/>
                        </a:srgbClr>
                      </a:solidFill>
                    </a:lnR>
                    <a:lnT w="9524" algn="ctr">
                      <a:solidFill>
                        <a:srgbClr val="9E9E9E">
                          <a:alpha val="0"/>
                        </a:srgbClr>
                      </a:solidFill>
                    </a:lnT>
                    <a:lnB w="9524" algn="ctr">
                      <a:solidFill>
                        <a:srgbClr val="9E9E9E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sz="1600">
                          <a:latin typeface="Times New Roman"/>
                        </a:rPr>
                        <a:t>Satwik G J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>
                        <a:defRPr/>
                      </a:pPr>
                      <a:r>
                        <a:rPr sz="1600">
                          <a:latin typeface="Times New Roman"/>
                        </a:rPr>
                        <a:t>1WN24CS254</a:t>
                      </a:r>
                      <a:endParaRPr sz="2200"/>
                    </a:p>
                    <a:p>
                      <a:pPr algn="ctr">
                        <a:defRPr/>
                      </a:pPr>
                      <a:endParaRPr sz="2200"/>
                    </a:p>
                    <a:p>
                      <a:pPr algn="ctr">
                        <a:defRPr/>
                      </a:pPr>
                      <a:r>
                        <a:rPr sz="1600">
                          <a:latin typeface="Times New Roman"/>
                        </a:rPr>
                        <a:t>Sharanya</a:t>
                      </a:r>
                      <a:endParaRPr sz="2200"/>
                    </a:p>
                    <a:p>
                      <a:pPr algn="ctr">
                        <a:defRPr/>
                      </a:pPr>
                      <a:r>
                        <a:rPr sz="1600">
                          <a:latin typeface="Times New Roman"/>
                        </a:rPr>
                        <a:t>1WN24CS259</a:t>
                      </a:r>
                      <a:endParaRPr sz="2200"/>
                    </a:p>
                  </a:txBody>
                  <a:tcPr marL="91424" marR="91424" marT="91424" marB="91424">
                    <a:lnL w="9524" algn="ctr">
                      <a:solidFill>
                        <a:srgbClr val="9E9E9E">
                          <a:alpha val="0"/>
                        </a:srgbClr>
                      </a:solidFill>
                    </a:lnL>
                    <a:lnR w="9524" algn="ctr">
                      <a:solidFill>
                        <a:srgbClr val="9E9E9E">
                          <a:alpha val="0"/>
                        </a:srgbClr>
                      </a:solidFill>
                    </a:lnR>
                    <a:lnT w="9524" algn="ctr">
                      <a:solidFill>
                        <a:srgbClr val="9E9E9E">
                          <a:alpha val="0"/>
                        </a:srgbClr>
                      </a:solidFill>
                    </a:lnT>
                    <a:lnB w="9524" algn="ctr">
                      <a:solidFill>
                        <a:srgbClr val="9E9E9E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129808" name="Google Shape;140;p14"/>
          <p:cNvSpPr txBox="1">
            <a:spLocks noGrp="1"/>
          </p:cNvSpPr>
          <p:nvPr>
            <p:ph type="title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 spcFirstLastPara="1" wrap="square" lIns="91424" tIns="45699" rIns="91424" bIns="45699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onstantia"/>
              <a:buNone/>
              <a:defRPr/>
            </a:pPr>
            <a:r>
              <a:rPr lang="en-US" sz="2800" b="1"/>
              <a:t>OUTLINE</a:t>
            </a:r>
            <a:endParaRPr sz="2800" b="1"/>
          </a:p>
        </p:txBody>
      </p:sp>
      <p:sp>
        <p:nvSpPr>
          <p:cNvPr id="1340791338" name="Google Shape;141;p14"/>
          <p:cNvSpPr txBox="1">
            <a:spLocks noGrp="1"/>
          </p:cNvSpPr>
          <p:nvPr>
            <p:ph idx="1"/>
          </p:nvPr>
        </p:nvSpPr>
        <p:spPr bwMode="auto">
          <a:xfrm>
            <a:off x="2438399" y="2499999"/>
            <a:ext cx="7774333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45699" rIns="91424" bIns="45699" anchor="t" anchorCtr="0">
            <a:normAutofit/>
          </a:bodyPr>
          <a:lstStyle/>
          <a:p>
            <a:pPr marL="457200" lvl="0" indent="-429259" algn="just" rtl="0"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AutoNum type="arabicPeriod"/>
              <a:defRPr/>
            </a:pPr>
            <a:r>
              <a:rPr lang="en-US" sz="2000">
                <a:latin typeface="Times New Roman"/>
                <a:ea typeface="Times New Roman"/>
                <a:cs typeface="Times New Roman"/>
              </a:rPr>
              <a:t>Introduction</a:t>
            </a:r>
            <a:endParaRPr sz="2000">
              <a:latin typeface="Times New Roman"/>
              <a:ea typeface="Times New Roman"/>
              <a:cs typeface="Times New Roman"/>
            </a:endParaRPr>
          </a:p>
          <a:p>
            <a:pPr marL="457200" lvl="0" indent="-429259" algn="just" rtl="0">
              <a:spcBef>
                <a:spcPts val="479"/>
              </a:spcBef>
              <a:spcAft>
                <a:spcPts val="0"/>
              </a:spcAft>
              <a:buSzPts val="1600"/>
              <a:buFont typeface="Times New Roman"/>
              <a:buAutoNum type="arabicPeriod"/>
              <a:defRPr/>
            </a:pPr>
            <a:r>
              <a:rPr lang="en-US" sz="2000">
                <a:latin typeface="Times New Roman"/>
                <a:ea typeface="Times New Roman"/>
                <a:cs typeface="Times New Roman"/>
              </a:rPr>
              <a:t>Problem Statement &amp; Objectives</a:t>
            </a:r>
            <a:endParaRPr sz="2000">
              <a:latin typeface="Times New Roman"/>
              <a:ea typeface="Times New Roman"/>
              <a:cs typeface="Times New Roman"/>
            </a:endParaRPr>
          </a:p>
          <a:p>
            <a:pPr marL="457200" lvl="0" indent="-429259" algn="just" rtl="0">
              <a:spcBef>
                <a:spcPts val="479"/>
              </a:spcBef>
              <a:spcAft>
                <a:spcPts val="0"/>
              </a:spcAft>
              <a:buSzPts val="1600"/>
              <a:buFont typeface="Times New Roman"/>
              <a:buAutoNum type="arabicPeriod"/>
              <a:defRPr/>
            </a:pPr>
            <a:r>
              <a:rPr lang="en-US" sz="2000">
                <a:latin typeface="Times New Roman"/>
                <a:ea typeface="Times New Roman"/>
                <a:cs typeface="Times New Roman"/>
              </a:rPr>
              <a:t>Literature Survey (IEEE)</a:t>
            </a:r>
            <a:endParaRPr sz="2000">
              <a:latin typeface="Times New Roman"/>
              <a:ea typeface="Times New Roman"/>
              <a:cs typeface="Times New Roman"/>
            </a:endParaRPr>
          </a:p>
          <a:p>
            <a:pPr marL="457200" lvl="0" indent="-429259" algn="just" rtl="0">
              <a:spcBef>
                <a:spcPts val="479"/>
              </a:spcBef>
              <a:spcAft>
                <a:spcPts val="0"/>
              </a:spcAft>
              <a:buSzPts val="1600"/>
              <a:buFont typeface="Times New Roman"/>
              <a:buAutoNum type="arabicPeriod"/>
              <a:defRPr/>
            </a:pPr>
            <a:r>
              <a:rPr lang="en-US" sz="2000">
                <a:latin typeface="Times New Roman"/>
                <a:ea typeface="Times New Roman"/>
                <a:cs typeface="Times New Roman"/>
              </a:rPr>
              <a:t>Comparison of Existing Methods</a:t>
            </a:r>
            <a:endParaRPr sz="2000">
              <a:latin typeface="Times New Roman"/>
              <a:ea typeface="Times New Roman"/>
              <a:cs typeface="Times New Roman"/>
            </a:endParaRPr>
          </a:p>
          <a:p>
            <a:pPr marL="457200" lvl="0" indent="-429259" algn="just" rtl="0">
              <a:spcBef>
                <a:spcPts val="479"/>
              </a:spcBef>
              <a:spcAft>
                <a:spcPts val="0"/>
              </a:spcAft>
              <a:buSzPts val="1600"/>
              <a:buFont typeface="Times New Roman"/>
              <a:buAutoNum type="arabicPeriod"/>
              <a:defRPr/>
            </a:pPr>
            <a:r>
              <a:rPr lang="en-US" sz="2000">
                <a:latin typeface="Times New Roman"/>
                <a:ea typeface="Times New Roman"/>
                <a:cs typeface="Times New Roman"/>
              </a:rPr>
              <a:t>Datasets &amp; Preprocessing</a:t>
            </a:r>
            <a:endParaRPr sz="2000">
              <a:latin typeface="Times New Roman"/>
              <a:ea typeface="Times New Roman"/>
              <a:cs typeface="Times New Roman"/>
            </a:endParaRPr>
          </a:p>
          <a:p>
            <a:pPr marL="457200" lvl="0" indent="-429259" algn="just" rtl="0">
              <a:spcBef>
                <a:spcPts val="479"/>
              </a:spcBef>
              <a:spcAft>
                <a:spcPts val="0"/>
              </a:spcAft>
              <a:buSzPts val="1600"/>
              <a:buFont typeface="Times New Roman"/>
              <a:buAutoNum type="arabicPeriod"/>
              <a:defRPr/>
            </a:pPr>
            <a:r>
              <a:rPr lang="en-US" sz="2000">
                <a:latin typeface="Times New Roman"/>
                <a:ea typeface="Times New Roman"/>
                <a:cs typeface="Times New Roman"/>
              </a:rPr>
              <a:t>Methodology (Tasks 1–3)</a:t>
            </a:r>
            <a:endParaRPr sz="2000">
              <a:latin typeface="Times New Roman"/>
              <a:ea typeface="Times New Roman"/>
              <a:cs typeface="Times New Roman"/>
            </a:endParaRPr>
          </a:p>
          <a:p>
            <a:pPr marL="457200" lvl="0" indent="-429259" algn="just" rtl="0">
              <a:spcBef>
                <a:spcPts val="479"/>
              </a:spcBef>
              <a:spcAft>
                <a:spcPts val="0"/>
              </a:spcAft>
              <a:buSzPts val="1600"/>
              <a:buFont typeface="Times New Roman"/>
              <a:buAutoNum type="arabicPeriod"/>
              <a:defRPr/>
            </a:pPr>
            <a:r>
              <a:rPr lang="en-US" sz="2000">
                <a:latin typeface="Times New Roman"/>
                <a:ea typeface="Times New Roman"/>
                <a:cs typeface="Times New Roman"/>
              </a:rPr>
              <a:t>Results &amp; Discussion</a:t>
            </a:r>
            <a:endParaRPr sz="2000">
              <a:latin typeface="Times New Roman"/>
              <a:ea typeface="Times New Roman"/>
              <a:cs typeface="Times New Roman"/>
            </a:endParaRPr>
          </a:p>
          <a:p>
            <a:pPr marL="457200" lvl="0" indent="-429259" algn="just" rtl="0">
              <a:spcBef>
                <a:spcPts val="479"/>
              </a:spcBef>
              <a:spcAft>
                <a:spcPts val="0"/>
              </a:spcAft>
              <a:buSzPts val="1600"/>
              <a:buFont typeface="Times New Roman"/>
              <a:buAutoNum type="arabicPeriod"/>
              <a:defRPr/>
            </a:pPr>
            <a:r>
              <a:rPr lang="en-US" sz="2000">
                <a:latin typeface="Times New Roman"/>
                <a:ea typeface="Times New Roman"/>
                <a:cs typeface="Times New Roman"/>
              </a:rPr>
              <a:t>Conclusion &amp; References</a:t>
            </a:r>
            <a:endParaRPr sz="20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004524345" name="Google Shape;143;p14"/>
          <p:cNvSpPr txBox="1">
            <a:spLocks noGrp="1"/>
          </p:cNvSpPr>
          <p:nvPr>
            <p:ph type="sldNum" sz="quarter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 spcFirstLastPara="1" wrap="square" lIns="91424" tIns="45699" rIns="91424" bIns="45699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5F77F35F-6FC7-8B95-6B95-391797FFAE7D}" type="slidenum">
              <a:rPr lang="en-US"/>
              <a:t>2</a:t>
            </a:fld>
            <a:endParaRPr/>
          </a:p>
        </p:txBody>
      </p:sp>
      <p:pic>
        <p:nvPicPr>
          <p:cNvPr id="1067646883" name="Google Shape;144;p14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10163433" y="476674"/>
            <a:ext cx="1135966" cy="622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35621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ctr">
              <a:defRPr/>
            </a:pPr>
            <a:r>
              <a:rPr sz="2800" b="1"/>
              <a:t>Introduction</a:t>
            </a:r>
            <a:endParaRPr/>
          </a:p>
        </p:txBody>
      </p:sp>
      <p:sp>
        <p:nvSpPr>
          <p:cNvPr id="2076981819" name="Content Placeholder 2"/>
          <p:cNvSpPr>
            <a:spLocks noGrp="1"/>
          </p:cNvSpPr>
          <p:nvPr>
            <p:ph idx="1"/>
          </p:nvPr>
        </p:nvSpPr>
        <p:spPr bwMode="auto">
          <a:xfrm>
            <a:off x="1466666" y="1949999"/>
            <a:ext cx="8666666" cy="4299999"/>
          </a:xfrm>
        </p:spPr>
        <p:txBody>
          <a:bodyPr anchor="t"/>
          <a:lstStyle/>
          <a:p>
            <a:pPr>
              <a:spcAft>
                <a:spcPts val="499"/>
              </a:spcAft>
              <a:defRPr/>
            </a:pPr>
            <a:r>
              <a:rPr sz="1400" b="1"/>
              <a:t>The clinical problem: </a:t>
            </a:r>
            <a:r>
              <a:rPr sz="1400"/>
              <a:t>Diabetic retinopathy (DR) and diabetic macular edema (DME) are leading causes of preventable blindness, mostly affecting the working-age population.</a:t>
            </a:r>
            <a:endParaRPr/>
          </a:p>
          <a:p>
            <a:pPr>
              <a:spcAft>
                <a:spcPts val="499"/>
              </a:spcAft>
              <a:defRPr/>
            </a:pPr>
            <a:r>
              <a:rPr sz="1400" b="1"/>
              <a:t>Why UWF imaging: </a:t>
            </a:r>
            <a:r>
              <a:rPr sz="1400"/>
              <a:t>Ultra-widefield (UWF) fundus imaging captures peripheral lesions that standard fundus photography can miss, enabling earlier detection of DR and DME.</a:t>
            </a:r>
            <a:endParaRPr/>
          </a:p>
          <a:p>
            <a:pPr>
              <a:spcAft>
                <a:spcPts val="499"/>
              </a:spcAft>
              <a:defRPr/>
            </a:pPr>
            <a:r>
              <a:rPr sz="1400" b="1"/>
              <a:t>Challenges: </a:t>
            </a:r>
            <a:r>
              <a:rPr sz="1400"/>
              <a:t>Image quality varies with patient cooperation and imaging conditions, and interpreting wide-field images needs considerable expertise.</a:t>
            </a:r>
            <a:endParaRPr/>
          </a:p>
          <a:p>
            <a:pPr>
              <a:spcAft>
                <a:spcPts val="499"/>
              </a:spcAft>
              <a:defRPr/>
            </a:pPr>
            <a:r>
              <a:rPr sz="1400" b="1"/>
              <a:t>Opportunity: </a:t>
            </a:r>
            <a:r>
              <a:rPr sz="1400"/>
              <a:t>CNNs such as EfficientNet and ResNet, with transfer learning, ensembling and test-time augmentation, can make DR/DME screening faster and more scalable.</a:t>
            </a:r>
            <a:endParaRPr/>
          </a:p>
        </p:txBody>
      </p:sp>
      <p:sp>
        <p:nvSpPr>
          <p:cNvPr id="1711876885" name="Google Shape;181;p17"/>
          <p:cNvSpPr txBox="1">
            <a:spLocks noGrp="1"/>
          </p:cNvSpPr>
          <p:nvPr>
            <p:ph type="sldNum" sz="quarter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 spcFirstLastPara="1" wrap="square" lIns="91424" tIns="45699" rIns="91424" bIns="45699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36E0B30-6F1B-D425-49AC-91EB406E7E7D}" type="slidenum">
              <a:rPr lang="en-US">
                <a:solidFill>
                  <a:srgbClr val="000000"/>
                </a:solidFill>
              </a:rPr>
              <a:t>3</a:t>
            </a:fld>
            <a:endParaRPr>
              <a:solidFill>
                <a:srgbClr val="000000"/>
              </a:solidFill>
            </a:endParaRPr>
          </a:p>
        </p:txBody>
      </p:sp>
      <p:pic>
        <p:nvPicPr>
          <p:cNvPr id="1362378987" name="Picture 18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163433" y="476674"/>
            <a:ext cx="1135966" cy="6222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46255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ctr">
              <a:defRPr/>
            </a:pPr>
            <a:r>
              <a:rPr sz="2400" b="1"/>
              <a:t>Problem Statement &amp; Objectives</a:t>
            </a:r>
            <a:endParaRPr/>
          </a:p>
        </p:txBody>
      </p:sp>
      <p:sp>
        <p:nvSpPr>
          <p:cNvPr id="1758097593" name="Content Placeholder 2"/>
          <p:cNvSpPr>
            <a:spLocks noGrp="1"/>
          </p:cNvSpPr>
          <p:nvPr>
            <p:ph idx="1"/>
          </p:nvPr>
        </p:nvSpPr>
        <p:spPr bwMode="auto">
          <a:xfrm>
            <a:off x="1466666" y="1949999"/>
            <a:ext cx="8666666" cy="4299999"/>
          </a:xfrm>
        </p:spPr>
        <p:txBody>
          <a:bodyPr anchor="t"/>
          <a:lstStyle/>
          <a:p>
            <a:pPr>
              <a:spcAft>
                <a:spcPts val="499"/>
              </a:spcAft>
              <a:defRPr/>
            </a:pPr>
            <a:r>
              <a:rPr sz="1400" b="1"/>
              <a:t>Problem statement: </a:t>
            </a:r>
            <a:r>
              <a:rPr sz="1400"/>
              <a:t>Manual analysis of UWF fundus images is time-consuming and expertise-dependent, and poor-quality images risk misdiagnosis or overlooked disease.</a:t>
            </a:r>
            <a:endParaRPr/>
          </a:p>
          <a:p>
            <a:pPr>
              <a:spcAft>
                <a:spcPts val="499"/>
              </a:spcAft>
              <a:defRPr/>
            </a:pPr>
            <a:r>
              <a:rPr sz="1400" b="1"/>
              <a:t>Objective: </a:t>
            </a:r>
            <a:r>
              <a:rPr sz="1400"/>
              <a:t>Design deep learning solutions for the MICCAI 2024 UWF4DR challenge covering three tasks:</a:t>
            </a:r>
            <a:endParaRPr/>
          </a:p>
          <a:p>
            <a:pPr>
              <a:spcAft>
                <a:spcPts val="499"/>
              </a:spcAft>
              <a:defRPr/>
            </a:pPr>
            <a:r>
              <a:rPr sz="1400" b="1"/>
              <a:t>Task 1 – </a:t>
            </a:r>
            <a:r>
              <a:rPr sz="1400"/>
              <a:t>Image quality assessment (good vs. bad quality)</a:t>
            </a:r>
            <a:endParaRPr/>
          </a:p>
          <a:p>
            <a:pPr>
              <a:spcAft>
                <a:spcPts val="499"/>
              </a:spcAft>
              <a:defRPr/>
            </a:pPr>
            <a:r>
              <a:rPr sz="1400" b="1"/>
              <a:t>Task 2 – </a:t>
            </a:r>
            <a:r>
              <a:rPr sz="1400"/>
              <a:t>Detection of referable diabetic retinopathy (RDR)</a:t>
            </a:r>
            <a:endParaRPr/>
          </a:p>
          <a:p>
            <a:pPr>
              <a:spcAft>
                <a:spcPts val="499"/>
              </a:spcAft>
              <a:defRPr/>
            </a:pPr>
            <a:r>
              <a:rPr sz="1400" b="1"/>
              <a:t>Task 3 – </a:t>
            </a:r>
            <a:r>
              <a:rPr sz="1400"/>
              <a:t>Identification of diabetic macular edema (DME)</a:t>
            </a:r>
            <a:endParaRPr/>
          </a:p>
        </p:txBody>
      </p:sp>
      <p:sp>
        <p:nvSpPr>
          <p:cNvPr id="1028002825" name="Google Shape;181;p17"/>
          <p:cNvSpPr txBox="1">
            <a:spLocks noGrp="1"/>
          </p:cNvSpPr>
          <p:nvPr>
            <p:ph type="sldNum" sz="quarter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 spcFirstLastPara="1" wrap="square" lIns="91424" tIns="45699" rIns="91424" bIns="45699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E8B45D46-92DD-3F56-7065-B893FE979DF6}" type="slidenum">
              <a:rPr lang="en-US">
                <a:solidFill>
                  <a:srgbClr val="000000"/>
                </a:solidFill>
              </a:rPr>
              <a:t>4</a:t>
            </a:fld>
            <a:endParaRPr>
              <a:solidFill>
                <a:srgbClr val="000000"/>
              </a:solidFill>
            </a:endParaRPr>
          </a:p>
        </p:txBody>
      </p:sp>
      <p:pic>
        <p:nvPicPr>
          <p:cNvPr id="1617712082" name="Picture 18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163433" y="476674"/>
            <a:ext cx="1135966" cy="6222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">
      <a:majorFont>
        <a:latin typeface="Corbel"/>
        <a:ea typeface="Arial"/>
        <a:cs typeface="Arial"/>
      </a:majorFont>
      <a:minorFont>
        <a:latin typeface="Corbel"/>
        <a:ea typeface="Arial"/>
        <a:cs typeface="Arial"/>
      </a:minorFont>
    </a:fontScheme>
    <a:fmtScheme name="Parallax"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/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4</Slides>
  <Notes>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Theme 1</vt:lpstr>
      <vt:lpstr>Slide 1</vt:lpstr>
      <vt:lpstr>Slide 2</vt:lpstr>
      <vt:lpstr>Slide 3</vt:lpstr>
      <vt:lpstr>Slide 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2026-10-28T15:56:19Z</dcterms:modified>
</cp:coreProperties>
</file>